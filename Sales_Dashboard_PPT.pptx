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5486400" cy="54864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572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2011680" cy="292608"/>
          </a:xfrm>
          <a:prstGeom prst="rect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ELEVATE LABS · TASK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Dashboard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Business Intelligence Dashboard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 Concepts  ·  Chart.js Implementation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2377440" cy="384048"/>
          </a:xfrm>
          <a:prstGeom prst="rect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29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Orders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5029200"/>
            <a:ext cx="2377440" cy="38404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5029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$54,170 Sales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5029200"/>
            <a:ext cx="2377440" cy="38404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5029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Margin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5029200"/>
            <a:ext cx="2377440" cy="384048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5029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FY 2024  ·  Prepared by: Karmveer Kumar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36576"/>
          </a:xfrm>
          <a:prstGeom prst="rect">
            <a:avLst/>
          </a:prstGeom>
          <a:solidFill>
            <a:srgbClr val="1E2D4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Task 4 · Dashboard Design · Elevate Labs Internship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530352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sales dashboard for business stakeholders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KPIs: Sales, Profit, Quantity, and Margin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filtering by Quarter and Region using slicers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time-series trend analysis across all 12 months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clean, navigable charts for executive decision-making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188720"/>
            <a:ext cx="5577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3716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🛠  Tools Used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5120640" cy="86868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87452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947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2219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DAX measures, slicers, drill-through, time intelligence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926080"/>
            <a:ext cx="5120640" cy="86868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92608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999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273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fields, story mode, map views, dashboard actions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977640"/>
            <a:ext cx="5120640" cy="86868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977640"/>
            <a:ext cx="54864" cy="8686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050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Chart.js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43251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interactive charts — bars, lines, doughnut, area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5029200"/>
            <a:ext cx="5120640" cy="86868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5029200"/>
            <a:ext cx="5486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5102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/ Pandas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5376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preprocessing, CSV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FY 2024 · All Regions · All Quarters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0604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0604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350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$54,170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 YoY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0604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350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0299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$10,834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margin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60604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18872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350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0299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26480" y="2651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regions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06840" y="1188720"/>
            <a:ext cx="260604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06840" y="118872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13350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0684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06840" y="20299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006840" y="2651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566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by Category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57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$29,810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4133088"/>
            <a:ext cx="2743200" cy="164592"/>
          </a:xfrm>
          <a:prstGeom prst="rect">
            <a:avLst/>
          </a:prstGeom>
          <a:solidFill>
            <a:srgbClr val="1E2D4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4133088"/>
            <a:ext cx="1508760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4096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$14,945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4937760"/>
            <a:ext cx="2743200" cy="164592"/>
          </a:xfrm>
          <a:prstGeom prst="rect">
            <a:avLst/>
          </a:prstGeom>
          <a:solidFill>
            <a:srgbClr val="1E2D4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937760"/>
            <a:ext cx="768096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4901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5632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5907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$9,415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0" y="5742432"/>
            <a:ext cx="2743200" cy="164592"/>
          </a:xfrm>
          <a:prstGeom prst="rect">
            <a:avLst/>
          </a:prstGeom>
          <a:solidFill>
            <a:srgbClr val="1E2D4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5742432"/>
            <a:ext cx="46634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57058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0" y="3566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by Region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583680" y="4023360"/>
            <a:ext cx="5303520" cy="5486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29600" y="4224528"/>
            <a:ext cx="2194560" cy="128016"/>
          </a:xfrm>
          <a:prstGeom prst="rect">
            <a:avLst/>
          </a:prstGeom>
          <a:solidFill>
            <a:srgbClr val="1E2D4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4224528"/>
            <a:ext cx="1901952" cy="12801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$14,265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83680" y="4681728"/>
            <a:ext cx="5303520" cy="5486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4818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229600" y="4882896"/>
            <a:ext cx="2194560" cy="128016"/>
          </a:xfrm>
          <a:prstGeom prst="rect">
            <a:avLst/>
          </a:prstGeom>
          <a:solidFill>
            <a:srgbClr val="1E2D4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0" y="4882896"/>
            <a:ext cx="2121408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0" y="4818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$15,885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83680" y="5340096"/>
            <a:ext cx="5303520" cy="5486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0840" y="5477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229600" y="5541264"/>
            <a:ext cx="2194560" cy="128016"/>
          </a:xfrm>
          <a:prstGeom prst="rect">
            <a:avLst/>
          </a:prstGeom>
          <a:solidFill>
            <a:srgbClr val="1E2D4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29600" y="5541264"/>
            <a:ext cx="1901952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15600" y="5477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$14,290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583680" y="5998464"/>
            <a:ext cx="5303520" cy="5486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20840" y="6135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229600" y="6199632"/>
            <a:ext cx="2194560" cy="128016"/>
          </a:xfrm>
          <a:prstGeom prst="rect">
            <a:avLst/>
          </a:prstGeom>
          <a:solidFill>
            <a:srgbClr val="1E2D4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6199632"/>
            <a:ext cx="131673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15600" y="6135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$9,730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Visualizations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Charts included in the interactive HTML 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118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6118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Sales Trend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showing Sales &amp; Profit across all 12 months with filled area. Identifies seasonal peaks and dips.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188720"/>
            <a:ext cx="36118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188720"/>
            <a:ext cx="36118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16916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Distribution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0574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chart — Electronics (55%), Furniture (28%), Office Supplies (17%). Clear visual share breakdown.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188720"/>
            <a:ext cx="36118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188720"/>
            <a:ext cx="36118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16916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Bar Chart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0574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comparing North, South, East, West performance. South leads with 29% of total sales.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36118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03320"/>
            <a:ext cx="36118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130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42062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Q1→Q4 revenue progression. Q4 is strongest at $16,430 driven by seasonal demand.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3703320"/>
            <a:ext cx="36118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3703320"/>
            <a:ext cx="36118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38130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89120" y="42062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Table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45720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top-products table with category tags, profit bars, and margin percentages. Laptops rank #1.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703320"/>
            <a:ext cx="36118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703320"/>
            <a:ext cx="36118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38130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75320" y="42062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 Deep-Dive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75320" y="457200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Regions page with KPI cards per region + pie chart for market share visualization.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Q&amp;A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Common questions for Data Analyst roles — Dashboard &amp; BI focus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669280" cy="12344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1234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801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Q1: What are the key elements of a dashboard?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time-series charts, filters/slicers, trend analysis, comparison views, and a clear color-coded theme.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5669280" cy="12344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60320"/>
            <a:ext cx="54864" cy="1234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517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Q2: What is a KPI?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9992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 — a measurable value showing how effectively a company is achieving objectives. E.g., Total Sales, Profit Margin.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5669280" cy="12344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31920"/>
            <a:ext cx="54864" cy="1234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0233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Q3: What are slicers in Power BI?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43708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filter controls that allow users to segment data interactively by fields like Region, Category, or Quarter — no code required.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5303520"/>
            <a:ext cx="5669280" cy="137160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303520"/>
            <a:ext cx="54864" cy="13716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53949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Q4: Difference between Power BI and Tableau?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57424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integrates with Microsoft 365 and uses DAX; Tableau has stronger visual flexibility and VizQL. Both are leading BI tools.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188720"/>
            <a:ext cx="5669280" cy="12344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188720"/>
            <a:ext cx="54864" cy="1234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12801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Q5: How do you make a dashboard interactive?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73952" y="16276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slicers, drill-through, cross-filtering between visuals, tooltips, and navigation buttons for page-level filtering.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560320"/>
            <a:ext cx="5669280" cy="12344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560320"/>
            <a:ext cx="54864" cy="1234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6517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Q6: How do you handle large datasets?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73952" y="29992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aggregation, indexing, data modeling (star schema), incremental refresh, and avoid loading row-level detail unnecessarily.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931920"/>
            <a:ext cx="5669280" cy="1234440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931920"/>
            <a:ext cx="54864" cy="1234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0233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Q7: What chart types for trend analysis?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73952" y="43708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 (continuous trends), area charts (cumulative), bar charts (period comparison), and combo charts (dual-axis).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7315200" cy="7315200"/>
          </a:xfrm>
          <a:prstGeom prst="ellipse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Complete — Sales Dashboard Design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9601200" cy="658368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interactive sales dashboard using Chart.js with 4 navigable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9601200" cy="658368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46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2461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10+ chart types: line, bar, doughnut, area, horizontal bar, and combo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9601200" cy="658368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🎛️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02336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Quarter and Region slicers for real-time data filtering across all visuals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9601200" cy="658368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800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8006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KPI cards, time-series trends, category analysis, and regional breakdown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440680"/>
            <a:ext cx="9601200" cy="658368"/>
          </a:xfrm>
          <a:prstGeom prst="rect">
            <a:avLst/>
          </a:prstGeom>
          <a:solidFill>
            <a:srgbClr val="1A2236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77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55778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Delivered: HTML dashboard + CSV dataset + PowerPoint summary + GitHub README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Karmveer Kumar  ·  Data Analyst Intern  ·  Elevate Labs  ·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2024</dc:title>
  <dc:subject>PptxGenJS Presentation</dc:subject>
  <dc:creator>PptxGenJS</dc:creator>
  <cp:lastModifiedBy>PptxGenJS</cp:lastModifiedBy>
  <cp:revision>1</cp:revision>
  <dcterms:created xsi:type="dcterms:W3CDTF">2026-06-06T04:51:24Z</dcterms:created>
  <dcterms:modified xsi:type="dcterms:W3CDTF">2026-06-06T04:51:24Z</dcterms:modified>
</cp:coreProperties>
</file>